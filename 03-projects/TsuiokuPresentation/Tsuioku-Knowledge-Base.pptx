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Living Knowledge 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200400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Raspberry Pi friction  →  persistent memory  →  a structured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Taylor  ·  Marietta, GA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SPARK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interest was piqued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Roemmele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High-protein content, 5000 Days essays, and the philosophy of dense, durable knowledge over low-value noise.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Human Company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ZHC / ZHO model: air-gapped agents, local regulators, 15-minute workdays, and machines that can run without constant human babysitting.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9260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concrete, affordable host. The desire to put a real autonomous agent (Withnail) on a physical machine under local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HARD REALITY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Withnail on the Pi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looked like a weekend project turned into weeks of friction.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777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debugging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842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Power, WiFi, hostname resolution, systemd, Ollama model paths, Telegram gateway, Tailscale, SOUL persistence — each layer had its own failure modes.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73152" cy="777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evaporated between sessions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specifications, failed attempts, partial successes, and hard-won learnings lived only in chat history or scattered notes.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required portable 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04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durable external record, every new session started with expensive re-discovery instead of compounding knowledge.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CORE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that cannot travel is knowledge that dies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26517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needed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record of specs, attempts, and lessons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across chat sessions and machines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by both human and future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enough to compound rather than scatter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40480" cy="26517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missing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1945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 is ephemeral and hard to 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notes lose causal chain of decisions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 for agent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Re-debugging the same issues across weeks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EARLY STRATEGIES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powerful tactics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as text files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technical specifications into plain text and feed them as prompts. Crude but effective memory injection.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memory.org / memory.md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Codify durable facts into structured files that could be reloaded at the start of a session.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project files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concerns. Different projects needed different context; one giant memory file became unwieldy.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STANDING ON SHOULDERS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people had already attacked the same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+ repository as a living knowledge store. Simple, git-backed, human-readable, agent-readable.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8686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 Research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linking, atomic notes, and a graph of ideas rather than a hierarchical dump of files.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8686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20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InfraNodus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822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 exploration of graph visualization and text-network analysis. Useful for seeing structure; ultimately too external for the local-first posture.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CONSTRUCTION OF TSUIOKU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control surfaces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on-ramp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point. Preferences, key files, high-level state. Read first every time.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74320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STRUCTURE.md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layout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of the knowledge base. Numbered directories, design principles, where things live.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3017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STATUS.md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operational snapshot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currently true, what is open, recent pulses, next actions. Updated frequently.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CURRENT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numbered knowledge base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01-core/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knowledge, memory protocols, ZHO doctrine,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02-infrastructure/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Hermes-pi, hardware, tools, procedures, scripts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03-projects/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projects (Withnail, Tarot Today, Skill System…)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04-sources/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high-protein external content (Roemmele, …)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05-wiki/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Wikified concepts, graphs, indexes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08-skills/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executable skill nodes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METADATA &amp; AUTOMATION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the tax of maintenance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#+TITLE, #+NODE-NAME, #+FILETAGS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PascalCase NODE-NAME convention (no spaces)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/ Created / Last-Modified discipline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Cross-linking as first-class practice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my/org-roam-finalize-place-id-commit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keywords → place → ID → commit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System (Capture → Refine → Promote)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Voight-Kampff as mandatory session close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EMACS OVER OBSIDIAN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integration matters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&amp; programmable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188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Emacs is a Lisp machine. Everything can be scripted, extended, and kept under local control.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TRAMP + remote machines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847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editing of files on hermes-pi over SSH/Tailscale without leaving the same environment.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Org-roam as native graph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5054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notes, backlinks, and a real database of nodes that both human and agents can query.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cloud dependency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Sync and plugins introduce surfaces that conflict with the near-airgapped posture.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22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8221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Magit, org-mode, org-roam, SLY, TRAMP — one environment for code, notes, agents, and memory.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WHAT COMPOUNDED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product is the process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is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debugging session that is recorded becomes training material for better process.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enables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chaotic dump of notes is useless to Withnail. A numbered, metadata-rich system can be selectively exposed.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close the loop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Voight-Kampff + CaptureLessonLearned turn one-off work into durable, reusable capability.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control is non-negotiable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base lives on the X230 and is mirrored to GitHub. The Pi stays near-airgapped.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TSUIOKU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knowledge base that remembers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agents (and the human) can compound.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2286000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scattered debugging notes → structured, queryable, agent-ready memory.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Taylor  ·  @joji_teira  ·  gptix/forgrok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Tsuioku — Building a Living Knowledge Base</dc:title>
  <dc:subject>The evolution of a personal knowledge system for local AI agents</dc:subject>
  <dc:creator>George Taylor</dc:creator>
  <cp:lastModifiedBy>George Taylor</cp:lastModifiedBy>
  <cp:revision>1</cp:revision>
  <dcterms:created xsi:type="dcterms:W3CDTF">2026-08-17T15:06:07Z</dcterms:created>
  <dcterms:modified xsi:type="dcterms:W3CDTF">2026-08-17T15:06:07Z</dcterms:modified>
</cp:coreProperties>
</file>